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8" r:id="rId7"/>
    <p:sldId id="272" r:id="rId8"/>
    <p:sldId id="271" r:id="rId9"/>
    <p:sldId id="263" r:id="rId10"/>
    <p:sldId id="264" r:id="rId11"/>
    <p:sldId id="265" r:id="rId12"/>
    <p:sldId id="273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128A7-F6C6-465A-93DE-671C5E3C067B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5EF8C-B3E8-4439-B42F-99C8ED5CF4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1322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5EF8C-B3E8-4439-B42F-99C8ED5CF40C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995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324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105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141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9434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35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500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786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829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558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789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8482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7561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1823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4043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9940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1986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5059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5B58049-BF0B-4796-948D-34A52210E5C3}" type="datetimeFigureOut">
              <a:rPr lang="hu-HU" smtClean="0"/>
              <a:t>2026. 03. 20.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1D8EC-CBBC-4ACE-9198-9F76738629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1055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6148-504E-AFD3-CE7B-8ABD2A3D8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Maison De Parfum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2D408-24EF-B9A1-93BB-3EB8FA79E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Made by: Csaba albók, </a:t>
            </a:r>
            <a:r>
              <a:rPr lang="hu-HU" dirty="0" err="1"/>
              <a:t>róbert</a:t>
            </a:r>
            <a:r>
              <a:rPr lang="hu-HU" dirty="0"/>
              <a:t> varga-</a:t>
            </a:r>
            <a:r>
              <a:rPr lang="hu-HU" dirty="0" err="1"/>
              <a:t>ádám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6349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AA3C0-F6E9-B8C9-22EF-2DF977F5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hu-HU" dirty="0"/>
              <a:t>About The Project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2167F82-BD57-4D9B-BCC3-A4F13118BB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4CBF4B90-A27B-4E6A-B288-303118BA63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hy use Node.js? The key to building scalable and fast web applications">
            <a:extLst>
              <a:ext uri="{FF2B5EF4-FFF2-40B4-BE49-F238E27FC236}">
                <a16:creationId xmlns:a16="http://schemas.microsoft.com/office/drawing/2014/main" id="{F3D7B418-6C5F-690A-2309-910D39718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6129" y="685249"/>
            <a:ext cx="2627752" cy="2627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C77A50A-7946-4C3E-A197-2F4ACE0816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1D89F-713A-E442-453F-9D587C555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dirty="0"/>
              <a:t>Name of the project: Maison De Parfum (MDP)</a:t>
            </a:r>
          </a:p>
          <a:p>
            <a:pPr>
              <a:lnSpc>
                <a:spcPct val="90000"/>
              </a:lnSpc>
            </a:pPr>
            <a:r>
              <a:rPr lang="hu-HU" dirty="0" smtClean="0"/>
              <a:t>Technologies we </a:t>
            </a:r>
            <a:r>
              <a:rPr lang="hu-HU" dirty="0"/>
              <a:t>used to make the project: Angular (v19), Bootstrap (v5), node.js (v20.18.0), Express.js (v5.2.1), Sequelize (v6.37.7), MySQL</a:t>
            </a:r>
          </a:p>
          <a:p>
            <a:pPr>
              <a:lnSpc>
                <a:spcPct val="90000"/>
              </a:lnSpc>
            </a:pPr>
            <a:r>
              <a:rPr lang="hu-HU" dirty="0"/>
              <a:t>The split of the project: </a:t>
            </a:r>
          </a:p>
          <a:p>
            <a:pPr>
              <a:lnSpc>
                <a:spcPct val="90000"/>
              </a:lnSpc>
            </a:pPr>
            <a:r>
              <a:rPr lang="hu-HU" dirty="0"/>
              <a:t>Frontend: Róbert Varga-Ádám </a:t>
            </a:r>
          </a:p>
          <a:p>
            <a:pPr>
              <a:lnSpc>
                <a:spcPct val="90000"/>
              </a:lnSpc>
            </a:pPr>
            <a:r>
              <a:rPr lang="hu-HU" dirty="0"/>
              <a:t>Backend, Database, Software Testing: Csaba Albók</a:t>
            </a:r>
          </a:p>
        </p:txBody>
      </p:sp>
      <p:pic>
        <p:nvPicPr>
          <p:cNvPr id="4" name="Picture 18" descr="Bootstrap Icons, Logos, Symbols – Free Download PNG, SVG">
            <a:extLst>
              <a:ext uri="{FF2B5EF4-FFF2-40B4-BE49-F238E27FC236}">
                <a16:creationId xmlns:a16="http://schemas.microsoft.com/office/drawing/2014/main" id="{56627E8C-702C-393C-E82D-89FF289A0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08" y="685248"/>
            <a:ext cx="2627752" cy="2627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Angular Logo editorial photography. Illustration of background - 136767237">
            <a:extLst>
              <a:ext uri="{FF2B5EF4-FFF2-40B4-BE49-F238E27FC236}">
                <a16:creationId xmlns:a16="http://schemas.microsoft.com/office/drawing/2014/main" id="{9E8950B3-CFF4-F54B-F772-7F99038CB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08" y="3967405"/>
            <a:ext cx="2627752" cy="185913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Let's Build: Express.js Backend Application | by Amaan | Medium">
            <a:extLst>
              <a:ext uri="{FF2B5EF4-FFF2-40B4-BE49-F238E27FC236}">
                <a16:creationId xmlns:a16="http://schemas.microsoft.com/office/drawing/2014/main" id="{FFA220CA-FEE0-BE46-C5B0-F8D0A3BC8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6129" y="4486386"/>
            <a:ext cx="2627752" cy="82117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07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D450-065A-450E-7C08-CD9CDCA13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7A6-BA07-5CB1-AAE6-07DD8565C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669" y="1522507"/>
            <a:ext cx="4062075" cy="4798978"/>
          </a:xfrm>
        </p:spPr>
        <p:txBody>
          <a:bodyPr>
            <a:normAutofit lnSpcReduction="10000"/>
          </a:bodyPr>
          <a:lstStyle/>
          <a:p>
            <a:r>
              <a:rPr lang="hu-HU" dirty="0"/>
              <a:t>File Structure</a:t>
            </a:r>
          </a:p>
          <a:p>
            <a:r>
              <a:rPr lang="hu-HU" dirty="0"/>
              <a:t>Config: Jwt and Db connection</a:t>
            </a:r>
          </a:p>
          <a:p>
            <a:r>
              <a:rPr lang="hu-HU" dirty="0"/>
              <a:t>Controllers: Marketing logic</a:t>
            </a:r>
          </a:p>
          <a:p>
            <a:r>
              <a:rPr lang="hu-HU" dirty="0"/>
              <a:t>Middlewares: JWT control</a:t>
            </a:r>
          </a:p>
          <a:p>
            <a:r>
              <a:rPr lang="hu-HU" dirty="0"/>
              <a:t>Models: db </a:t>
            </a:r>
            <a:r>
              <a:rPr lang="hu-HU" dirty="0" err="1" smtClean="0"/>
              <a:t>tables</a:t>
            </a:r>
            <a:r>
              <a:rPr lang="hu-HU" dirty="0"/>
              <a:t>, defines connections</a:t>
            </a:r>
          </a:p>
          <a:p>
            <a:r>
              <a:rPr lang="hu-HU" dirty="0"/>
              <a:t>Router: API endpoints</a:t>
            </a:r>
          </a:p>
          <a:p>
            <a:r>
              <a:rPr lang="hu-HU" dirty="0"/>
              <a:t>Seeders: Uploading defined datas</a:t>
            </a:r>
          </a:p>
          <a:p>
            <a:r>
              <a:rPr lang="hu-HU" dirty="0"/>
              <a:t>.env: local variables</a:t>
            </a:r>
          </a:p>
          <a:p>
            <a:r>
              <a:rPr lang="hu-HU" dirty="0"/>
              <a:t>Server.js: </a:t>
            </a:r>
            <a:r>
              <a:rPr lang="hu-HU" dirty="0" err="1" smtClean="0"/>
              <a:t>Imports</a:t>
            </a:r>
            <a:r>
              <a:rPr lang="hu-HU" dirty="0"/>
              <a:t>, Server starts</a:t>
            </a:r>
          </a:p>
          <a:p>
            <a:endParaRPr lang="hu-HU" dirty="0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491" y="1522507"/>
            <a:ext cx="3681607" cy="351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4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B0D4-CF79-1F2D-55B8-B0F94060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>
            <a:normAutofit/>
          </a:bodyPr>
          <a:lstStyle/>
          <a:p>
            <a:r>
              <a:rPr lang="hu-HU" dirty="0"/>
              <a:t>Opinions Controller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F1A5A8-1F9D-41FB-9968-E8E141CC34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2FF8A507-56A2-4FE4-8B7E-C1BC9DD865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581C2-D449-F39D-1DE4-0247B77B2D7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" t="5390" r="4165" b="6601"/>
          <a:stretch>
            <a:fillRect/>
          </a:stretch>
        </p:blipFill>
        <p:spPr>
          <a:xfrm>
            <a:off x="7437661" y="324883"/>
            <a:ext cx="3980139" cy="2823476"/>
          </a:xfrm>
          <a:prstGeom prst="rect">
            <a:avLst/>
          </a:prstGeom>
          <a:effectLst/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C54B50-93BD-4243-9020-11486472E2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4BFF71F-05F5-5798-611D-F77F42883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2052918"/>
            <a:ext cx="5628635" cy="4195481"/>
          </a:xfrm>
        </p:spPr>
        <p:txBody>
          <a:bodyPr>
            <a:normAutofit/>
          </a:bodyPr>
          <a:lstStyle/>
          <a:p>
            <a:r>
              <a:rPr lang="hu-HU" dirty="0"/>
              <a:t>The most importand </a:t>
            </a:r>
            <a:r>
              <a:rPr lang="hu-HU" dirty="0" err="1" smtClean="0"/>
              <a:t>function</a:t>
            </a:r>
            <a:r>
              <a:rPr lang="hu-HU" dirty="0" smtClean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website is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opinions</a:t>
            </a:r>
            <a:r>
              <a:rPr lang="hu-HU" dirty="0"/>
              <a:t> </a:t>
            </a:r>
            <a:r>
              <a:rPr lang="hu-HU" dirty="0" err="1"/>
              <a:t>logic</a:t>
            </a:r>
            <a:endParaRPr lang="hu-HU" dirty="0"/>
          </a:p>
          <a:p>
            <a:r>
              <a:rPr lang="hu-HU" dirty="0"/>
              <a:t>CRUD </a:t>
            </a:r>
            <a:r>
              <a:rPr lang="hu-HU" dirty="0" err="1"/>
              <a:t>operations</a:t>
            </a:r>
            <a:endParaRPr lang="hu-HU" dirty="0"/>
          </a:p>
          <a:p>
            <a:r>
              <a:rPr lang="hu-HU" dirty="0"/>
              <a:t>POST: </a:t>
            </a:r>
            <a:r>
              <a:rPr lang="hu-HU" dirty="0" err="1"/>
              <a:t>create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opinion</a:t>
            </a:r>
            <a:endParaRPr lang="hu-HU" dirty="0"/>
          </a:p>
          <a:p>
            <a:r>
              <a:rPr lang="hu-HU" dirty="0"/>
              <a:t>DELETE: </a:t>
            </a:r>
            <a:r>
              <a:rPr lang="hu-HU" dirty="0" err="1"/>
              <a:t>delete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opinion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id</a:t>
            </a:r>
            <a:endParaRPr lang="hu-HU" dirty="0"/>
          </a:p>
          <a:p>
            <a:r>
              <a:rPr lang="hu-HU" dirty="0"/>
              <a:t>UPDATE: update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 smtClean="0"/>
              <a:t>opinion</a:t>
            </a:r>
            <a:r>
              <a:rPr lang="hu-HU" dirty="0" smtClean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id</a:t>
            </a:r>
            <a:endParaRPr lang="hu-HU" dirty="0"/>
          </a:p>
          <a:p>
            <a:r>
              <a:rPr lang="hu-HU" dirty="0"/>
              <a:t>GET: </a:t>
            </a:r>
            <a:r>
              <a:rPr lang="hu-HU" dirty="0" err="1"/>
              <a:t>get</a:t>
            </a:r>
            <a:r>
              <a:rPr lang="hu-HU" dirty="0"/>
              <a:t> 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opinions</a:t>
            </a:r>
            <a:endParaRPr lang="hu-H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8406D-0C41-DC4D-A716-1ADAC3919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8227" r="5213" b="7943"/>
          <a:stretch>
            <a:fillRect/>
          </a:stretch>
        </p:blipFill>
        <p:spPr>
          <a:xfrm>
            <a:off x="7437660" y="3516549"/>
            <a:ext cx="3980139" cy="297326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3105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1BC2-B87B-F343-0905-F994CF57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Server.js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32BE1-D896-CAE6-1CBB-14A22B7C3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2846118" cy="4195481"/>
          </a:xfrm>
        </p:spPr>
        <p:txBody>
          <a:bodyPr/>
          <a:lstStyle/>
          <a:p>
            <a:r>
              <a:rPr lang="hu-HU" dirty="0"/>
              <a:t>All the imports are here.</a:t>
            </a:r>
          </a:p>
          <a:p>
            <a:r>
              <a:rPr lang="hu-HU" dirty="0"/>
              <a:t>Perfumes, and Admin seed.</a:t>
            </a:r>
          </a:p>
          <a:p>
            <a:r>
              <a:rPr lang="hu-HU" dirty="0"/>
              <a:t>Server starts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B0567-E533-E778-2C14-97987CCD3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5" t="4397" r="5576" b="3688"/>
          <a:stretch>
            <a:fillRect/>
          </a:stretch>
        </p:blipFill>
        <p:spPr>
          <a:xfrm>
            <a:off x="5765801" y="277237"/>
            <a:ext cx="4953539" cy="63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82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57486" y="1963708"/>
            <a:ext cx="3256815" cy="4195481"/>
          </a:xfrm>
        </p:spPr>
        <p:txBody>
          <a:bodyPr/>
          <a:lstStyle/>
          <a:p>
            <a:r>
              <a:rPr lang="hu-HU" dirty="0"/>
              <a:t>File </a:t>
            </a:r>
            <a:r>
              <a:rPr lang="hu-HU" dirty="0" err="1"/>
              <a:t>structure</a:t>
            </a:r>
            <a:endParaRPr lang="hu-HU" dirty="0"/>
          </a:p>
          <a:p>
            <a:r>
              <a:rPr lang="hu-HU" dirty="0" err="1"/>
              <a:t>Assets</a:t>
            </a:r>
            <a:r>
              <a:rPr lang="hu-HU" dirty="0"/>
              <a:t>/</a:t>
            </a:r>
            <a:r>
              <a:rPr lang="hu-HU" dirty="0" err="1"/>
              <a:t>images</a:t>
            </a:r>
            <a:r>
              <a:rPr lang="hu-HU" dirty="0"/>
              <a:t>: </a:t>
            </a:r>
            <a:r>
              <a:rPr lang="hu-HU" dirty="0" err="1"/>
              <a:t>pictures</a:t>
            </a:r>
            <a:r>
              <a:rPr lang="hu-HU" dirty="0"/>
              <a:t> </a:t>
            </a:r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website</a:t>
            </a:r>
          </a:p>
          <a:p>
            <a:r>
              <a:rPr lang="hu-HU" dirty="0" err="1"/>
              <a:t>Admin</a:t>
            </a:r>
            <a:r>
              <a:rPr lang="hu-HU" dirty="0"/>
              <a:t>-&gt;</a:t>
            </a:r>
            <a:r>
              <a:rPr lang="hu-HU" dirty="0" err="1"/>
              <a:t>Register</a:t>
            </a:r>
            <a:r>
              <a:rPr lang="hu-HU" dirty="0"/>
              <a:t>: </a:t>
            </a:r>
            <a:r>
              <a:rPr lang="hu-HU" dirty="0" err="1"/>
              <a:t>component</a:t>
            </a:r>
            <a:endParaRPr lang="hu-HU" dirty="0"/>
          </a:p>
          <a:p>
            <a:r>
              <a:rPr lang="hu-HU" dirty="0" err="1"/>
              <a:t>Guards:controlls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activities</a:t>
            </a:r>
            <a:endParaRPr lang="hu-HU" dirty="0"/>
          </a:p>
          <a:p>
            <a:r>
              <a:rPr lang="hu-HU" dirty="0" err="1"/>
              <a:t>Services</a:t>
            </a:r>
            <a:r>
              <a:rPr lang="hu-HU" dirty="0"/>
              <a:t>: http </a:t>
            </a:r>
            <a:r>
              <a:rPr lang="hu-HU" dirty="0" err="1"/>
              <a:t>requests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379" y="1627431"/>
            <a:ext cx="2619741" cy="404869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99" y="1403563"/>
            <a:ext cx="268642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21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4032421" cy="1400530"/>
          </a:xfrm>
        </p:spPr>
        <p:txBody>
          <a:bodyPr/>
          <a:lstStyle/>
          <a:p>
            <a:r>
              <a:rPr lang="hu-HU" dirty="0" err="1"/>
              <a:t>Opinions</a:t>
            </a:r>
            <a:r>
              <a:rPr lang="hu-HU" dirty="0"/>
              <a:t> </a:t>
            </a:r>
            <a:r>
              <a:rPr lang="hu-HU" dirty="0" err="1"/>
              <a:t>methods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58925" y="2354759"/>
            <a:ext cx="4063492" cy="2971843"/>
          </a:xfrm>
        </p:spPr>
        <p:txBody>
          <a:bodyPr/>
          <a:lstStyle/>
          <a:p>
            <a:r>
              <a:rPr lang="hu-HU" altLang="hu-HU" dirty="0" err="1">
                <a:latin typeface="Arial" panose="020B0604020202020204" pitchFamily="34" charset="0"/>
              </a:rPr>
              <a:t>This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code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defines</a:t>
            </a:r>
            <a:r>
              <a:rPr lang="hu-HU" altLang="hu-HU" dirty="0">
                <a:latin typeface="Arial" panose="020B0604020202020204" pitchFamily="34" charset="0"/>
              </a:rPr>
              <a:t> an </a:t>
            </a:r>
            <a:r>
              <a:rPr lang="hu-HU" altLang="hu-HU" dirty="0" err="1">
                <a:latin typeface="Arial" panose="020B0604020202020204" pitchFamily="34" charset="0"/>
              </a:rPr>
              <a:t>Angular</a:t>
            </a:r>
            <a:r>
              <a:rPr lang="hu-HU" altLang="hu-HU" dirty="0">
                <a:latin typeface="Arial" panose="020B0604020202020204" pitchFamily="34" charset="0"/>
              </a:rPr>
              <a:t> service </a:t>
            </a:r>
            <a:r>
              <a:rPr lang="hu-HU" altLang="hu-HU" dirty="0" err="1">
                <a:latin typeface="Arial" panose="020B0604020202020204" pitchFamily="34" charset="0"/>
              </a:rPr>
              <a:t>that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handles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review-related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data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from</a:t>
            </a:r>
            <a:r>
              <a:rPr lang="hu-HU" altLang="hu-HU" dirty="0">
                <a:latin typeface="Arial" panose="020B0604020202020204" pitchFamily="34" charset="0"/>
              </a:rPr>
              <a:t> a local backend server </a:t>
            </a:r>
            <a:r>
              <a:rPr lang="hu-HU" altLang="hu-HU" dirty="0" err="1">
                <a:latin typeface="Arial" panose="020B0604020202020204" pitchFamily="34" charset="0"/>
              </a:rPr>
              <a:t>via</a:t>
            </a:r>
            <a:r>
              <a:rPr lang="hu-HU" altLang="hu-HU" dirty="0">
                <a:latin typeface="Arial" panose="020B0604020202020204" pitchFamily="34" charset="0"/>
              </a:rPr>
              <a:t> HTTP </a:t>
            </a:r>
            <a:r>
              <a:rPr lang="hu-HU" altLang="hu-HU" dirty="0" err="1">
                <a:latin typeface="Arial" panose="020B0604020202020204" pitchFamily="34" charset="0"/>
              </a:rPr>
              <a:t>requests</a:t>
            </a:r>
            <a:r>
              <a:rPr lang="hu-HU" altLang="hu-HU" dirty="0">
                <a:latin typeface="Arial" panose="020B0604020202020204" pitchFamily="34" charset="0"/>
              </a:rPr>
              <a:t>. It </a:t>
            </a:r>
            <a:r>
              <a:rPr lang="hu-HU" altLang="hu-HU" dirty="0" err="1">
                <a:latin typeface="Arial" panose="020B0604020202020204" pitchFamily="34" charset="0"/>
              </a:rPr>
              <a:t>allows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reviews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to</a:t>
            </a:r>
            <a:r>
              <a:rPr lang="hu-HU" altLang="hu-HU" dirty="0">
                <a:latin typeface="Arial" panose="020B0604020202020204" pitchFamily="34" charset="0"/>
              </a:rPr>
              <a:t> be </a:t>
            </a:r>
            <a:r>
              <a:rPr lang="hu-HU" altLang="hu-HU" dirty="0" err="1">
                <a:latin typeface="Arial" panose="020B0604020202020204" pitchFamily="34" charset="0"/>
              </a:rPr>
              <a:t>retrieved</a:t>
            </a:r>
            <a:r>
              <a:rPr lang="hu-HU" altLang="hu-HU" dirty="0">
                <a:latin typeface="Arial" panose="020B0604020202020204" pitchFamily="34" charset="0"/>
              </a:rPr>
              <a:t>, </a:t>
            </a:r>
            <a:r>
              <a:rPr lang="hu-HU" altLang="hu-HU" dirty="0" err="1">
                <a:latin typeface="Arial" panose="020B0604020202020204" pitchFamily="34" charset="0"/>
              </a:rPr>
              <a:t>added</a:t>
            </a:r>
            <a:r>
              <a:rPr lang="hu-HU" altLang="hu-HU" dirty="0">
                <a:latin typeface="Arial" panose="020B0604020202020204" pitchFamily="34" charset="0"/>
              </a:rPr>
              <a:t>, </a:t>
            </a:r>
            <a:r>
              <a:rPr lang="hu-HU" altLang="hu-HU" dirty="0" err="1">
                <a:latin typeface="Arial" panose="020B0604020202020204" pitchFamily="34" charset="0"/>
              </a:rPr>
              <a:t>deleted</a:t>
            </a:r>
            <a:r>
              <a:rPr lang="hu-HU" altLang="hu-HU" dirty="0">
                <a:latin typeface="Arial" panose="020B0604020202020204" pitchFamily="34" charset="0"/>
              </a:rPr>
              <a:t>, and </a:t>
            </a:r>
            <a:r>
              <a:rPr lang="hu-HU" altLang="hu-HU" dirty="0" err="1">
                <a:latin typeface="Arial" panose="020B0604020202020204" pitchFamily="34" charset="0"/>
              </a:rPr>
              <a:t>modified</a:t>
            </a:r>
            <a:r>
              <a:rPr lang="hu-HU" altLang="hu-HU" dirty="0">
                <a:latin typeface="Arial" panose="020B0604020202020204" pitchFamily="34" charset="0"/>
              </a:rPr>
              <a:t>, </a:t>
            </a:r>
            <a:r>
              <a:rPr lang="hu-HU" altLang="hu-HU" dirty="0" err="1">
                <a:latin typeface="Arial" panose="020B0604020202020204" pitchFamily="34" charset="0"/>
              </a:rPr>
              <a:t>ensuring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full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data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synchronization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between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the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interface</a:t>
            </a:r>
            <a:r>
              <a:rPr lang="hu-HU" altLang="hu-HU" dirty="0">
                <a:latin typeface="Arial" panose="020B0604020202020204" pitchFamily="34" charset="0"/>
              </a:rPr>
              <a:t> and </a:t>
            </a:r>
            <a:r>
              <a:rPr lang="hu-HU" altLang="hu-HU" dirty="0" err="1">
                <a:latin typeface="Arial" panose="020B0604020202020204" pitchFamily="34" charset="0"/>
              </a:rPr>
              <a:t>the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lang="hu-HU" altLang="hu-HU" dirty="0" err="1">
                <a:latin typeface="Arial" panose="020B0604020202020204" pitchFamily="34" charset="0"/>
              </a:rPr>
              <a:t>database</a:t>
            </a:r>
            <a:r>
              <a:rPr lang="hu-HU" altLang="hu-HU" dirty="0">
                <a:latin typeface="Arial" panose="020B0604020202020204" pitchFamily="34" charset="0"/>
              </a:rPr>
              <a:t>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" t="4242" r="3946" b="4040"/>
          <a:stretch/>
        </p:blipFill>
        <p:spPr>
          <a:xfrm>
            <a:off x="5409750" y="539530"/>
            <a:ext cx="6483928" cy="603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21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Admin</a:t>
            </a:r>
            <a:r>
              <a:rPr lang="hu-HU" dirty="0"/>
              <a:t> </a:t>
            </a:r>
            <a:r>
              <a:rPr lang="hu-HU" dirty="0" err="1"/>
              <a:t>dashbord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225" y="452718"/>
            <a:ext cx="5206435" cy="6041660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3" y="2442359"/>
            <a:ext cx="461726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HTML code creates an administration interface where the data of registered users (name, email, username, and role) are displayed in a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interface includes an important security feature: each row in the table has a delete button, but the system prevents users with the "admin" role from being deleted, thus preventing accidental self-deletion or loss of privileges.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hu-HU" altLang="hu-H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37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5E56-3697-B10C-7EEF-607FFAE9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53565-52BB-9329-4B4E-9BD9DC20E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21" y="1488715"/>
            <a:ext cx="8946541" cy="1376082"/>
          </a:xfrm>
        </p:spPr>
        <p:txBody>
          <a:bodyPr/>
          <a:lstStyle/>
          <a:p>
            <a:r>
              <a:rPr lang="hu-HU" dirty="0"/>
              <a:t>Database name: maisondb</a:t>
            </a:r>
          </a:p>
          <a:p>
            <a:r>
              <a:rPr lang="hu-HU" dirty="0"/>
              <a:t>Character coding: UTF-8_hungarian_ci</a:t>
            </a:r>
          </a:p>
          <a:p>
            <a:r>
              <a:rPr lang="hu-HU" dirty="0"/>
              <a:t>5 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E7E202-D129-D846-C692-CFAD94EDD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11" y="3307021"/>
            <a:ext cx="11087910" cy="277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80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17AC-30BD-755F-B790-21F6D0BD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Visual representation of database</a:t>
            </a:r>
          </a:p>
        </p:txBody>
      </p:sp>
      <p:pic>
        <p:nvPicPr>
          <p:cNvPr id="4" name="Kép 5">
            <a:extLst>
              <a:ext uri="{FF2B5EF4-FFF2-40B4-BE49-F238E27FC236}">
                <a16:creationId xmlns:a16="http://schemas.microsoft.com/office/drawing/2014/main" id="{17E00C5E-853D-87CD-D9EF-54F9E7DA6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951" y="1853248"/>
            <a:ext cx="7519388" cy="398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58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1DF3-02EB-6749-005E-285B3D54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Software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D8A6F-9A96-3F1D-ADB6-56CADCED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During the test phasing we used the „Shift Left” method.	</a:t>
            </a:r>
          </a:p>
          <a:p>
            <a:r>
              <a:rPr lang="en-US" dirty="0"/>
              <a:t>"I utilized VS Code's built-in features to identify and fix semantic errors.</a:t>
            </a:r>
            <a:endParaRPr lang="hu-HU" dirty="0"/>
          </a:p>
          <a:p>
            <a:r>
              <a:rPr lang="hu-HU" dirty="0"/>
              <a:t>Besides that I used 4 testing strategies:</a:t>
            </a:r>
          </a:p>
          <a:p>
            <a:r>
              <a:rPr lang="hu-HU" dirty="0"/>
              <a:t>Unit Testing: testing methods and code modules izolated.</a:t>
            </a:r>
          </a:p>
          <a:p>
            <a:r>
              <a:rPr lang="hu-HU" dirty="0"/>
              <a:t>Integrating test: To test the frontend-backend and database connection.</a:t>
            </a:r>
          </a:p>
          <a:p>
            <a:r>
              <a:rPr lang="hu-HU" dirty="0"/>
              <a:t>White-box testing: To test the code inner structure, and logic.</a:t>
            </a:r>
          </a:p>
          <a:p>
            <a:r>
              <a:rPr lang="hu-HU" dirty="0"/>
              <a:t>Black-box testing: To test everyting from the users view.</a:t>
            </a:r>
          </a:p>
        </p:txBody>
      </p:sp>
    </p:spTree>
    <p:extLst>
      <p:ext uri="{BB962C8B-B14F-4D97-AF65-F5344CB8AC3E}">
        <p14:creationId xmlns:p14="http://schemas.microsoft.com/office/powerpoint/2010/main" val="216153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854" y="1221646"/>
            <a:ext cx="5364133" cy="4208114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45" y="1221646"/>
            <a:ext cx="5384273" cy="417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1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Plans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future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We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/>
              <a:t>i</a:t>
            </a:r>
            <a:r>
              <a:rPr lang="en-US" dirty="0" err="1" smtClean="0"/>
              <a:t>mplement</a:t>
            </a:r>
            <a:r>
              <a:rPr lang="en-US" dirty="0" smtClean="0"/>
              <a:t> </a:t>
            </a:r>
            <a:r>
              <a:rPr lang="en-US" dirty="0" err="1" smtClean="0"/>
              <a:t>Nodemailer</a:t>
            </a:r>
            <a:r>
              <a:rPr lang="en-US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server </a:t>
            </a:r>
            <a:r>
              <a:rPr lang="hu-HU" dirty="0" err="1" smtClean="0"/>
              <a:t>side</a:t>
            </a:r>
            <a:r>
              <a:rPr lang="hu-HU" dirty="0" smtClean="0"/>
              <a:t> (backend)</a:t>
            </a:r>
            <a:r>
              <a:rPr lang="en-US" dirty="0" smtClean="0"/>
              <a:t> </a:t>
            </a:r>
            <a:r>
              <a:rPr lang="en-US" dirty="0"/>
              <a:t>so that we can send emails to users.</a:t>
            </a:r>
            <a:endParaRPr lang="hu-HU" dirty="0"/>
          </a:p>
          <a:p>
            <a:r>
              <a:rPr lang="hu-HU" dirty="0" err="1" smtClean="0"/>
              <a:t>There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be </a:t>
            </a:r>
            <a:r>
              <a:rPr lang="hu-HU" dirty="0" smtClean="0"/>
              <a:t>p</a:t>
            </a:r>
            <a:r>
              <a:rPr lang="en-US" dirty="0" err="1" smtClean="0"/>
              <a:t>ayment</a:t>
            </a:r>
            <a:r>
              <a:rPr lang="en-US" dirty="0" smtClean="0"/>
              <a:t> </a:t>
            </a:r>
            <a:r>
              <a:rPr lang="en-US" dirty="0"/>
              <a:t>option on the website.</a:t>
            </a:r>
            <a:endParaRPr lang="hu-HU" dirty="0"/>
          </a:p>
          <a:p>
            <a:r>
              <a:rPr lang="en-US" dirty="0"/>
              <a:t>Generation of electronic invoices on the site and linking to an electronic invoice generator site. (E.g.: </a:t>
            </a:r>
            <a:r>
              <a:rPr lang="en-US" dirty="0" err="1"/>
              <a:t>Billingo</a:t>
            </a:r>
            <a:r>
              <a:rPr lang="en-US" dirty="0"/>
              <a:t>)</a:t>
            </a:r>
            <a:r>
              <a:rPr lang="hu-HU" dirty="0"/>
              <a:t>	</a:t>
            </a:r>
          </a:p>
          <a:p>
            <a:r>
              <a:rPr lang="en-US" dirty="0"/>
              <a:t>Updating and expanding the database. In case of an order, e.g. (pending, accepted, declined)</a:t>
            </a:r>
            <a:endParaRPr lang="hu-HU" dirty="0"/>
          </a:p>
          <a:p>
            <a:r>
              <a:rPr lang="en-US" dirty="0"/>
              <a:t>Option for users to add a profile picture.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7496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6FF9-E989-A3DF-4D4A-ABBDB78D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21" y="3585024"/>
            <a:ext cx="9404723" cy="1400530"/>
          </a:xfrm>
        </p:spPr>
        <p:txBody>
          <a:bodyPr/>
          <a:lstStyle/>
          <a:p>
            <a:r>
              <a:rPr lang="hu-HU" dirty="0"/>
              <a:t>Thank you for the attention!</a:t>
            </a:r>
          </a:p>
        </p:txBody>
      </p:sp>
    </p:spTree>
    <p:extLst>
      <p:ext uri="{BB962C8B-B14F-4D97-AF65-F5344CB8AC3E}">
        <p14:creationId xmlns:p14="http://schemas.microsoft.com/office/powerpoint/2010/main" val="41155268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74</TotalTime>
  <Words>407</Words>
  <Application>Microsoft Office PowerPoint</Application>
  <PresentationFormat>Szélesvásznú</PresentationFormat>
  <Paragraphs>62</Paragraphs>
  <Slides>14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Gothic</vt:lpstr>
      <vt:lpstr>Wingdings 3</vt:lpstr>
      <vt:lpstr>Ion</vt:lpstr>
      <vt:lpstr>Maison De Parfum</vt:lpstr>
      <vt:lpstr>About The Project</vt:lpstr>
      <vt:lpstr>Backend</vt:lpstr>
      <vt:lpstr>Opinions Controller</vt:lpstr>
      <vt:lpstr>Server.js</vt:lpstr>
      <vt:lpstr>Frontend</vt:lpstr>
      <vt:lpstr>Opinions methods</vt:lpstr>
      <vt:lpstr>Admin dashbord</vt:lpstr>
      <vt:lpstr>Database</vt:lpstr>
      <vt:lpstr>Visual representation of database</vt:lpstr>
      <vt:lpstr>Software Testing</vt:lpstr>
      <vt:lpstr>PowerPoint-bemutató</vt:lpstr>
      <vt:lpstr>Plans for the future</vt:lpstr>
      <vt:lpstr>Thank you for the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Maison De Parfum</dc:title>
  <dc:creator>Deák Dóra</dc:creator>
  <cp:lastModifiedBy>Albók Csaba</cp:lastModifiedBy>
  <cp:revision>58</cp:revision>
  <dcterms:created xsi:type="dcterms:W3CDTF">2026-01-31T10:44:30Z</dcterms:created>
  <dcterms:modified xsi:type="dcterms:W3CDTF">2026-03-20T08:42:22Z</dcterms:modified>
</cp:coreProperties>
</file>