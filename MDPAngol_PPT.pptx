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2" r:id="rId6"/>
    <p:sldId id="268" r:id="rId7"/>
    <p:sldId id="270" r:id="rId8"/>
    <p:sldId id="271" r:id="rId9"/>
    <p:sldId id="263" r:id="rId10"/>
    <p:sldId id="264" r:id="rId11"/>
    <p:sldId id="265" r:id="rId12"/>
    <p:sldId id="267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128A7-F6C6-465A-93DE-671C5E3C067B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5EF8C-B3E8-4439-B42F-99C8ED5CF40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1322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E5EF8C-B3E8-4439-B42F-99C8ED5CF40C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995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324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05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1415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9434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353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500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786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8299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58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7899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482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7561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18237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4043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0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1986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5059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5B58049-BF0B-4796-948D-34A52210E5C3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10556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76148-504E-AFD3-CE7B-8ABD2A3D8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Maison De Parfum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32D408-24EF-B9A1-93BB-3EB8FA79E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Made by: Csaba albók, varga-ádám róbert</a:t>
            </a:r>
          </a:p>
        </p:txBody>
      </p:sp>
    </p:spTree>
    <p:extLst>
      <p:ext uri="{BB962C8B-B14F-4D97-AF65-F5344CB8AC3E}">
        <p14:creationId xmlns:p14="http://schemas.microsoft.com/office/powerpoint/2010/main" val="56349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AA3C0-F6E9-B8C9-22EF-2DF977F5F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4165580" cy="1400530"/>
          </a:xfrm>
        </p:spPr>
        <p:txBody>
          <a:bodyPr>
            <a:normAutofit/>
          </a:bodyPr>
          <a:lstStyle/>
          <a:p>
            <a:r>
              <a:rPr lang="hu-HU" dirty="0"/>
              <a:t>About The Project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2167F82-BD57-4D9B-BCC3-A4F13118BB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7191 h 6985200"/>
              <a:gd name="connsiteX6" fmla="*/ 1 w 6858001"/>
              <a:gd name="connsiteY6" fmla="*/ 887191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7191"/>
                </a:lnTo>
                <a:lnTo>
                  <a:pt x="1" y="887191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4" name="Freeform 23">
            <a:extLst>
              <a:ext uri="{FF2B5EF4-FFF2-40B4-BE49-F238E27FC236}">
                <a16:creationId xmlns:a16="http://schemas.microsoft.com/office/drawing/2014/main" id="{4CBF4B90-A27B-4E6A-B288-303118BA6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y use Node.js? The key to building scalable and fast web applications">
            <a:extLst>
              <a:ext uri="{FF2B5EF4-FFF2-40B4-BE49-F238E27FC236}">
                <a16:creationId xmlns:a16="http://schemas.microsoft.com/office/drawing/2014/main" id="{F3D7B418-6C5F-690A-2309-910D39718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685249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C77A50A-7946-4C3E-A197-2F4ACE081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D89F-713A-E442-453F-9D587C55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3" y="2052918"/>
            <a:ext cx="4165146" cy="41954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dirty="0"/>
              <a:t>Name of the project: Maison De Parfum (MDP)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Technologies used to make the project: Angular (v19), Bootstrap (v5), node.js (v20.18.0), Express.js (v5.2.1), Sequelize (v6.37.7), MySQL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The split of the project: 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Frontend: Varga-Ádám Róbert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Backend, Database, Software Testing: Csaba Albók</a:t>
            </a:r>
            <a:endParaRPr lang="hu-HU"/>
          </a:p>
        </p:txBody>
      </p:sp>
      <p:pic>
        <p:nvPicPr>
          <p:cNvPr id="4" name="Picture 18" descr="Bootstrap Icons, Logos, Symbols – Free Download PNG, SVG">
            <a:extLst>
              <a:ext uri="{FF2B5EF4-FFF2-40B4-BE49-F238E27FC236}">
                <a16:creationId xmlns:a16="http://schemas.microsoft.com/office/drawing/2014/main" id="{56627E8C-702C-393C-E82D-89FF289A0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685248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Angular Logo editorial photography. Illustration of background - 136767237">
            <a:extLst>
              <a:ext uri="{FF2B5EF4-FFF2-40B4-BE49-F238E27FC236}">
                <a16:creationId xmlns:a16="http://schemas.microsoft.com/office/drawing/2014/main" id="{9E8950B3-CFF4-F54B-F772-7F99038CB8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3967405"/>
            <a:ext cx="2627752" cy="1859134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Let's Build: Express.js Backend Application | by Amaan | Medium">
            <a:extLst>
              <a:ext uri="{FF2B5EF4-FFF2-40B4-BE49-F238E27FC236}">
                <a16:creationId xmlns:a16="http://schemas.microsoft.com/office/drawing/2014/main" id="{FFA220CA-FEE0-BE46-C5B0-F8D0A3BC8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4486386"/>
            <a:ext cx="2627752" cy="82117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807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D450-065A-450E-7C08-CD9CDCA13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E17A6-BA07-5CB1-AAE6-07DD8565C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669" y="1522507"/>
            <a:ext cx="4062075" cy="4798978"/>
          </a:xfrm>
        </p:spPr>
        <p:txBody>
          <a:bodyPr>
            <a:normAutofit lnSpcReduction="10000"/>
          </a:bodyPr>
          <a:lstStyle/>
          <a:p>
            <a:r>
              <a:rPr lang="hu-HU" dirty="0"/>
              <a:t>File Structure</a:t>
            </a:r>
          </a:p>
          <a:p>
            <a:r>
              <a:rPr lang="hu-HU" dirty="0"/>
              <a:t>Config: Jwt and Db connection</a:t>
            </a:r>
          </a:p>
          <a:p>
            <a:r>
              <a:rPr lang="hu-HU" dirty="0"/>
              <a:t>Controllers: Marketing logic</a:t>
            </a:r>
          </a:p>
          <a:p>
            <a:r>
              <a:rPr lang="hu-HU" dirty="0"/>
              <a:t>Middlewares: JWT control</a:t>
            </a:r>
          </a:p>
          <a:p>
            <a:r>
              <a:rPr lang="hu-HU" dirty="0"/>
              <a:t>Models: db tagbles, defines connections</a:t>
            </a:r>
          </a:p>
          <a:p>
            <a:r>
              <a:rPr lang="hu-HU" dirty="0"/>
              <a:t>Router: API endpoints</a:t>
            </a:r>
          </a:p>
          <a:p>
            <a:r>
              <a:rPr lang="hu-HU" dirty="0"/>
              <a:t>Seeders: Uploading defined datas</a:t>
            </a:r>
          </a:p>
          <a:p>
            <a:r>
              <a:rPr lang="hu-HU" dirty="0"/>
              <a:t>.env: local variables</a:t>
            </a:r>
          </a:p>
          <a:p>
            <a:r>
              <a:rPr lang="hu-HU" dirty="0"/>
              <a:t>Server.js: Impotrs, Server starts</a:t>
            </a:r>
          </a:p>
          <a:p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867EBC-6E87-3D92-3673-4875D1455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039" y="1328444"/>
            <a:ext cx="3543795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44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8B0D4-CF79-1F2D-55B8-B0F94060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hu-HU" dirty="0"/>
              <a:t>Opinions Controller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581C2-D449-F39D-1DE4-0247B77B2D7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4" t="5390" r="4165" b="6601"/>
          <a:stretch>
            <a:fillRect/>
          </a:stretch>
        </p:blipFill>
        <p:spPr>
          <a:xfrm>
            <a:off x="7437661" y="324883"/>
            <a:ext cx="3980139" cy="2823476"/>
          </a:xfrm>
          <a:prstGeom prst="rect">
            <a:avLst/>
          </a:prstGeom>
          <a:effectLst/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4BFF71F-05F5-5798-611D-F77F4288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hu-HU"/>
              <a:t>The most importand thing on the website is the opinions logic</a:t>
            </a:r>
          </a:p>
          <a:p>
            <a:r>
              <a:rPr lang="hu-HU"/>
              <a:t>CRUD operations</a:t>
            </a:r>
          </a:p>
          <a:p>
            <a:r>
              <a:rPr lang="hu-HU"/>
              <a:t>POST: create the opinion</a:t>
            </a:r>
          </a:p>
          <a:p>
            <a:r>
              <a:rPr lang="hu-HU"/>
              <a:t>DELETE: delete the opinion by id</a:t>
            </a:r>
          </a:p>
          <a:p>
            <a:r>
              <a:rPr lang="hu-HU"/>
              <a:t>UPDATE: update the opinions by id</a:t>
            </a:r>
          </a:p>
          <a:p>
            <a:r>
              <a:rPr lang="hu-HU"/>
              <a:t>GET: get all the opinions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C8406D-0C41-DC4D-A716-1ADAC39190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8227" r="5213" b="7943"/>
          <a:stretch>
            <a:fillRect/>
          </a:stretch>
        </p:blipFill>
        <p:spPr>
          <a:xfrm>
            <a:off x="7437660" y="3516549"/>
            <a:ext cx="3980139" cy="297326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31059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E1BC2-B87B-F343-0905-F994CF57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Server.js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2BE1-D896-CAE6-1CBB-14A22B7C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2846118" cy="4195481"/>
          </a:xfrm>
        </p:spPr>
        <p:txBody>
          <a:bodyPr/>
          <a:lstStyle/>
          <a:p>
            <a:r>
              <a:rPr lang="hu-HU" dirty="0"/>
              <a:t>All the imports are here.</a:t>
            </a:r>
          </a:p>
          <a:p>
            <a:r>
              <a:rPr lang="hu-HU" dirty="0"/>
              <a:t>Perfumes, and Admin seed.</a:t>
            </a:r>
          </a:p>
          <a:p>
            <a:r>
              <a:rPr lang="hu-HU" dirty="0"/>
              <a:t>Server starts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B0567-E533-E778-2C14-97987CCD3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5" t="4397" r="5576" b="3688"/>
          <a:stretch>
            <a:fillRect/>
          </a:stretch>
        </p:blipFill>
        <p:spPr>
          <a:xfrm>
            <a:off x="5765801" y="277237"/>
            <a:ext cx="4953539" cy="630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82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57486" y="1963708"/>
            <a:ext cx="3256815" cy="4195481"/>
          </a:xfrm>
        </p:spPr>
        <p:txBody>
          <a:bodyPr/>
          <a:lstStyle/>
          <a:p>
            <a:r>
              <a:rPr lang="hu-HU" dirty="0"/>
              <a:t>File </a:t>
            </a:r>
            <a:r>
              <a:rPr lang="hu-HU" dirty="0" err="1"/>
              <a:t>structure</a:t>
            </a:r>
            <a:endParaRPr lang="hu-HU" dirty="0"/>
          </a:p>
          <a:p>
            <a:r>
              <a:rPr lang="hu-HU" dirty="0" err="1"/>
              <a:t>Assets</a:t>
            </a:r>
            <a:r>
              <a:rPr lang="hu-HU" dirty="0"/>
              <a:t>/</a:t>
            </a:r>
            <a:r>
              <a:rPr lang="hu-HU" dirty="0" err="1"/>
              <a:t>images</a:t>
            </a:r>
            <a:r>
              <a:rPr lang="hu-HU" dirty="0"/>
              <a:t>: </a:t>
            </a:r>
            <a:r>
              <a:rPr lang="hu-HU" dirty="0" err="1"/>
              <a:t>pictures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website</a:t>
            </a:r>
          </a:p>
          <a:p>
            <a:r>
              <a:rPr lang="hu-HU" dirty="0" err="1"/>
              <a:t>Admin</a:t>
            </a:r>
            <a:r>
              <a:rPr lang="hu-HU" dirty="0"/>
              <a:t>-&gt;</a:t>
            </a:r>
            <a:r>
              <a:rPr lang="hu-HU" dirty="0" err="1"/>
              <a:t>Register</a:t>
            </a:r>
            <a:r>
              <a:rPr lang="hu-HU" dirty="0"/>
              <a:t>: </a:t>
            </a:r>
            <a:r>
              <a:rPr lang="hu-HU" dirty="0" err="1"/>
              <a:t>component</a:t>
            </a:r>
            <a:endParaRPr lang="hu-HU" dirty="0"/>
          </a:p>
          <a:p>
            <a:r>
              <a:rPr lang="hu-HU" dirty="0" err="1"/>
              <a:t>Guards:controlls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activities</a:t>
            </a:r>
            <a:endParaRPr lang="hu-HU" dirty="0"/>
          </a:p>
          <a:p>
            <a:r>
              <a:rPr lang="hu-HU" dirty="0" err="1"/>
              <a:t>Services</a:t>
            </a:r>
            <a:r>
              <a:rPr lang="hu-HU" dirty="0"/>
              <a:t>: http </a:t>
            </a:r>
            <a:r>
              <a:rPr lang="hu-HU" dirty="0" err="1"/>
              <a:t>requests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379" y="1627431"/>
            <a:ext cx="2619741" cy="404869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99" y="1403563"/>
            <a:ext cx="268642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921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46112" y="452718"/>
            <a:ext cx="4594962" cy="1487594"/>
          </a:xfrm>
        </p:spPr>
        <p:txBody>
          <a:bodyPr/>
          <a:lstStyle/>
          <a:p>
            <a:r>
              <a:rPr lang="hu-HU" dirty="0" err="1"/>
              <a:t>Opinions</a:t>
            </a:r>
            <a:r>
              <a:rPr lang="hu-HU" dirty="0"/>
              <a:t> </a:t>
            </a:r>
            <a:r>
              <a:rPr lang="hu-HU" dirty="0" err="1"/>
              <a:t>methods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4242" r="3946" b="4040"/>
          <a:stretch/>
        </p:blipFill>
        <p:spPr>
          <a:xfrm>
            <a:off x="5241074" y="583918"/>
            <a:ext cx="6483928" cy="6039906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2" y="2719358"/>
            <a:ext cx="3262947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code defines an Angular service that handles review-related data from a local backend server via HTTP requests. It allows reviews to be retrieved, added, deleted, and modified, ensuring full data synchronization between the interface and the database.</a:t>
            </a:r>
          </a:p>
        </p:txBody>
      </p:sp>
    </p:spTree>
    <p:extLst>
      <p:ext uri="{BB962C8B-B14F-4D97-AF65-F5344CB8AC3E}">
        <p14:creationId xmlns:p14="http://schemas.microsoft.com/office/powerpoint/2010/main" val="2402149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dashbord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25" y="452718"/>
            <a:ext cx="5206435" cy="6041660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3" y="2442359"/>
            <a:ext cx="461726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HTML code creates an administration interface where the data of registered users (name, email, username, and role) are displayed in a table.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interface includes an important security feature: each row in the table has a delete button, but the system prevents users with the "admin" role from being deleted, thus preventing accidental self-deletion or loss of privileges.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37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5E56-3697-B10C-7EEF-607FFAE9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3565-52BB-9329-4B4E-9BD9DC20E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21" y="1488715"/>
            <a:ext cx="8946541" cy="1376082"/>
          </a:xfrm>
        </p:spPr>
        <p:txBody>
          <a:bodyPr/>
          <a:lstStyle/>
          <a:p>
            <a:r>
              <a:rPr lang="hu-HU" dirty="0"/>
              <a:t>Database name: maisondb</a:t>
            </a:r>
          </a:p>
          <a:p>
            <a:r>
              <a:rPr lang="hu-HU" dirty="0"/>
              <a:t>Character coding: UTF-8_hungarian_ci</a:t>
            </a:r>
          </a:p>
          <a:p>
            <a:r>
              <a:rPr lang="hu-HU" dirty="0"/>
              <a:t>5 tables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E7E202-D129-D846-C692-CFAD94EDD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1" y="3307021"/>
            <a:ext cx="11087910" cy="277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8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17AC-30BD-755F-B790-21F6D0BD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Visual representation of database</a:t>
            </a:r>
          </a:p>
        </p:txBody>
      </p:sp>
      <p:pic>
        <p:nvPicPr>
          <p:cNvPr id="4" name="Kép 5">
            <a:extLst>
              <a:ext uri="{FF2B5EF4-FFF2-40B4-BE49-F238E27FC236}">
                <a16:creationId xmlns:a16="http://schemas.microsoft.com/office/drawing/2014/main" id="{17E00C5E-853D-87CD-D9EF-54F9E7DA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51" y="1853248"/>
            <a:ext cx="7519388" cy="398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58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21DF3-02EB-6749-005E-285B3D54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Software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D8A6F-9A96-3F1D-ADB6-56CADCED1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During the test phasing we used the „Shift Left” method.	</a:t>
            </a:r>
          </a:p>
          <a:p>
            <a:r>
              <a:rPr lang="en-US" dirty="0"/>
              <a:t>"I utilized VS Code's built-in features to identify and fix semantic errors.</a:t>
            </a:r>
            <a:endParaRPr lang="hu-HU" dirty="0"/>
          </a:p>
          <a:p>
            <a:r>
              <a:rPr lang="hu-HU" dirty="0"/>
              <a:t>Besides that I used 4 testing strategies:</a:t>
            </a:r>
          </a:p>
          <a:p>
            <a:r>
              <a:rPr lang="hu-HU" dirty="0"/>
              <a:t>Unit Testing: testing methods and code modules izolated.</a:t>
            </a:r>
          </a:p>
          <a:p>
            <a:r>
              <a:rPr lang="hu-HU" dirty="0"/>
              <a:t>Integrating test: To test the frontend-backend and database connection.</a:t>
            </a:r>
          </a:p>
          <a:p>
            <a:r>
              <a:rPr lang="hu-HU" dirty="0"/>
              <a:t>White-box testing: To test the code inner structure, and logic.</a:t>
            </a:r>
          </a:p>
          <a:p>
            <a:r>
              <a:rPr lang="hu-HU" dirty="0"/>
              <a:t>Black-box testing: To test everyting from the users view.</a:t>
            </a:r>
          </a:p>
        </p:txBody>
      </p:sp>
    </p:spTree>
    <p:extLst>
      <p:ext uri="{BB962C8B-B14F-4D97-AF65-F5344CB8AC3E}">
        <p14:creationId xmlns:p14="http://schemas.microsoft.com/office/powerpoint/2010/main" val="2161531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Plans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future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Nodemailer</a:t>
            </a:r>
            <a:r>
              <a:rPr lang="en-US" dirty="0"/>
              <a:t> in the backend so that we can send emails to users.</a:t>
            </a:r>
            <a:endParaRPr lang="hu-HU" dirty="0"/>
          </a:p>
          <a:p>
            <a:r>
              <a:rPr lang="en-US" dirty="0"/>
              <a:t>Payment option on the website.</a:t>
            </a:r>
            <a:endParaRPr lang="hu-HU" dirty="0"/>
          </a:p>
          <a:p>
            <a:r>
              <a:rPr lang="en-US" dirty="0"/>
              <a:t>Generation of electronic invoices on the site and linking to an electronic invoice generator site. (E.g.: </a:t>
            </a:r>
            <a:r>
              <a:rPr lang="en-US" dirty="0" err="1"/>
              <a:t>Billingo</a:t>
            </a:r>
            <a:r>
              <a:rPr lang="en-US" dirty="0"/>
              <a:t>)</a:t>
            </a:r>
            <a:r>
              <a:rPr lang="hu-HU" dirty="0"/>
              <a:t>	</a:t>
            </a:r>
          </a:p>
          <a:p>
            <a:r>
              <a:rPr lang="en-US" dirty="0"/>
              <a:t>Updating and expanding the database. In case of an order, e.g. (pending, accepted, declined)</a:t>
            </a:r>
            <a:endParaRPr lang="hu-HU" dirty="0"/>
          </a:p>
          <a:p>
            <a:r>
              <a:rPr lang="en-US" dirty="0"/>
              <a:t>Option for users to add a profile picture.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4960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16FF9-E989-A3DF-4D4A-ABBDB78D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21" y="3585024"/>
            <a:ext cx="9404723" cy="1400530"/>
          </a:xfrm>
        </p:spPr>
        <p:txBody>
          <a:bodyPr/>
          <a:lstStyle/>
          <a:p>
            <a:r>
              <a:rPr lang="hu-HU" dirty="0"/>
              <a:t>Thank you for the attention!</a:t>
            </a:r>
          </a:p>
        </p:txBody>
      </p:sp>
    </p:spTree>
    <p:extLst>
      <p:ext uri="{BB962C8B-B14F-4D97-AF65-F5344CB8AC3E}">
        <p14:creationId xmlns:p14="http://schemas.microsoft.com/office/powerpoint/2010/main" val="4115526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63</TotalTime>
  <Words>515</Words>
  <Application>Microsoft Office PowerPoint</Application>
  <PresentationFormat>Widescreen</PresentationFormat>
  <Paragraphs>62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Century Gothic</vt:lpstr>
      <vt:lpstr>Wingdings 3</vt:lpstr>
      <vt:lpstr>Ion</vt:lpstr>
      <vt:lpstr>Maison De Parfum</vt:lpstr>
      <vt:lpstr>About The Project</vt:lpstr>
      <vt:lpstr>Backend</vt:lpstr>
      <vt:lpstr>Opinions Controller</vt:lpstr>
      <vt:lpstr>Server.js</vt:lpstr>
      <vt:lpstr>Frontend</vt:lpstr>
      <vt:lpstr>Opinions methods</vt:lpstr>
      <vt:lpstr>Admin dashbord</vt:lpstr>
      <vt:lpstr>Database</vt:lpstr>
      <vt:lpstr>Visual representation of database</vt:lpstr>
      <vt:lpstr>Software Testing</vt:lpstr>
      <vt:lpstr>Plans for the future</vt:lpstr>
      <vt:lpstr>Thank you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De Parfum</dc:title>
  <dc:creator>Deák Dóra</dc:creator>
  <cp:lastModifiedBy>Deák Dóra</cp:lastModifiedBy>
  <cp:revision>49</cp:revision>
  <dcterms:created xsi:type="dcterms:W3CDTF">2026-01-31T10:44:30Z</dcterms:created>
  <dcterms:modified xsi:type="dcterms:W3CDTF">2026-03-03T20:56:30Z</dcterms:modified>
</cp:coreProperties>
</file>